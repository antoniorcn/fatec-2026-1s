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82" d="100"/>
          <a:sy n="82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3028-F9C9-4CF9-AAC6-533666E92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C5274-5791-3EDC-38B4-0FDEBA235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BF707-66C7-1A25-9CEF-58B2D896E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C17B5-F64C-4A9B-74BC-82BC9AB9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A86E-B6DD-5E8E-49FC-030CE35B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6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F493-3812-4922-628B-A32ECB97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94CFC-402D-6B74-7DED-E7E46FE2C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C2C7A-7729-5026-2F12-31D02176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9902-FA7B-CE59-2C80-C07B486B3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68F01-BACC-68FE-9428-76AACF39C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593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8315-DDE9-55E3-DF95-57931B3F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BD02B-9A9A-F7DD-6896-71E6ED81C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4DADD-0BC3-FCDB-BC79-739BD0B7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43C62-F7A7-C937-C43A-CBD5BD5C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97154-8512-5FAF-200E-34300ED8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87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68A5-A701-1837-8CAA-0E388221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A6594-D188-652E-3341-C595F897C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0DF0B-094B-1DDF-CFA5-13991179C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1AD5C-5383-F9FB-4956-95B57490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112E1-4B68-8FDA-7C40-B5B905BDE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91440-AE63-91F7-692C-19A59EB0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760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553FD-EA0E-8BC0-BC3F-920083D6E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58573-85A8-0C31-E7A9-30A3080D6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C82E2-FB21-D9E3-E827-318F653F4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27086D-2248-E96A-D8CC-6AA43E785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F7B8BC-0197-590E-7BB8-EC642AF21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229317-F415-A7C7-9811-42D115542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E7BE8-E217-604E-1CCF-50C5DB763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8A8C28-5A6B-7B90-9306-ADD9A1FF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38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1C72-9C8F-1B83-96E2-74F123F4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6546F-02BA-B6F2-32BF-C0DC0E66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A88D7-D8F2-FDF4-8463-577D28E99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F7F96-D7A0-2C5A-1BE8-2FED26E6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748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43E92B-85AA-A1C4-A174-01CB7BB1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E728B4-6817-1B0B-4996-8DDF6B3D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3407D-2DB1-EC87-0480-3A5212565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98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A14A-CE4E-D6D6-85FA-7EBDB0557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85C4D-D746-56E5-537D-A2502CC76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FA096-31B5-097C-8315-FF950BD37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AB363-72C3-6F9F-7930-26D8408A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F4C74-C185-3A4C-D3FD-76143E62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89BD-8F85-ED44-63E4-1D3102B9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46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40E6-BADB-26D0-8F56-81D72CE4B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0CBB2-9242-C93B-3DBE-A80F1E278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0F82C-097F-8D47-3D74-933C550DD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8EE0B-EB1E-D61D-E900-ABB451BB7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A6067-2509-7208-5FC6-75B6F634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A89BB-9565-33C8-9019-0D7AFF6B2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47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4FC14-525B-1070-A9F0-F581FBABB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9CD2F-8391-598A-E2F0-9F9C8611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F45D-927A-9925-A4EC-6306BEA1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EE933-0B52-6E10-6873-B19F6FC4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FD679-5D98-EBF1-9E46-9F7054F1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02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F38A08-B646-B776-75C7-412786B56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D675-B033-E949-B322-77C66A944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98261-4A6B-CD81-0F8F-A28204A3E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8CF8E-5869-4C73-5E34-D4DFA3929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D3AE0-2C02-DA97-D00B-6F7365C60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67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8B3EB-A3D6-EF7F-62CA-FC13495AF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DD09F-CDEA-3321-A0C4-755015631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9CE70-59DB-4C07-6A8D-93ADAA0C3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6CB53-0A15-4986-AB1E-8EB4C5D5E15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5C9EA-4E9B-20C7-CFF5-E99A4FB9E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9D699-3B86-A9DD-AD6B-9F8DFDA26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0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32826E1-DC94-8050-5D07-8A07DC279346}"/>
              </a:ext>
            </a:extLst>
          </p:cNvPr>
          <p:cNvSpPr/>
          <p:nvPr/>
        </p:nvSpPr>
        <p:spPr>
          <a:xfrm>
            <a:off x="10138990" y="1210613"/>
            <a:ext cx="1981102" cy="5460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Servidor Banco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9B9F35-779E-F493-DA9E-0C58EF9C41D3}"/>
              </a:ext>
            </a:extLst>
          </p:cNvPr>
          <p:cNvSpPr/>
          <p:nvPr/>
        </p:nvSpPr>
        <p:spPr>
          <a:xfrm>
            <a:off x="4687910" y="1210613"/>
            <a:ext cx="5306096" cy="5460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Servidor </a:t>
            </a:r>
            <a:r>
              <a:rPr lang="pt-BR" dirty="0" err="1"/>
              <a:t>Backend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8367E1-4BC9-0826-FE78-AC45647F6797}"/>
              </a:ext>
            </a:extLst>
          </p:cNvPr>
          <p:cNvSpPr/>
          <p:nvPr/>
        </p:nvSpPr>
        <p:spPr>
          <a:xfrm>
            <a:off x="141669" y="1210613"/>
            <a:ext cx="2953646" cy="5460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Cliente</a:t>
            </a:r>
          </a:p>
          <a:p>
            <a:pPr algn="ctr"/>
            <a:r>
              <a:rPr lang="pt-BR" dirty="0" err="1"/>
              <a:t>FrontEnd</a:t>
            </a:r>
            <a:endParaRPr lang="pt-BR" dirty="0"/>
          </a:p>
        </p:txBody>
      </p:sp>
      <p:pic>
        <p:nvPicPr>
          <p:cNvPr id="8" name="Graphic 7" descr="Browser window outline">
            <a:extLst>
              <a:ext uri="{FF2B5EF4-FFF2-40B4-BE49-F238E27FC236}">
                <a16:creationId xmlns:a16="http://schemas.microsoft.com/office/drawing/2014/main" id="{7E2C7997-FAA8-8D8A-E021-9114DF5F20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2470" y="2337516"/>
            <a:ext cx="1882462" cy="188246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387E84-3DB3-22DB-EFE6-192F1D614C6E}"/>
              </a:ext>
            </a:extLst>
          </p:cNvPr>
          <p:cNvSpPr/>
          <p:nvPr/>
        </p:nvSpPr>
        <p:spPr>
          <a:xfrm>
            <a:off x="6648808" y="1893192"/>
            <a:ext cx="757710" cy="39538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 err="1"/>
              <a:t>Controller</a:t>
            </a:r>
            <a:endParaRPr lang="pt-BR" dirty="0"/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2CB44449-77E3-3F8C-78F9-BA02E2CED3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03" y="2878429"/>
            <a:ext cx="1732208" cy="173220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BE1F4E-F469-B3FF-FCDA-105436839350}"/>
              </a:ext>
            </a:extLst>
          </p:cNvPr>
          <p:cNvCxnSpPr>
            <a:cxnSpLocks/>
          </p:cNvCxnSpPr>
          <p:nvPr/>
        </p:nvCxnSpPr>
        <p:spPr>
          <a:xfrm>
            <a:off x="3134932" y="3039414"/>
            <a:ext cx="1900707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85E70B-E1D5-144C-ABD3-EBBB4DD2A527}"/>
              </a:ext>
            </a:extLst>
          </p:cNvPr>
          <p:cNvSpPr txBox="1"/>
          <p:nvPr/>
        </p:nvSpPr>
        <p:spPr>
          <a:xfrm>
            <a:off x="3368842" y="2670082"/>
            <a:ext cx="150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Http </a:t>
            </a:r>
            <a:r>
              <a:rPr lang="pt-BR" dirty="0" err="1"/>
              <a:t>Request</a:t>
            </a:r>
            <a:endParaRPr lang="pt-BR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C7B31B-4053-9332-0530-DDD194DD0719}"/>
              </a:ext>
            </a:extLst>
          </p:cNvPr>
          <p:cNvSpPr/>
          <p:nvPr/>
        </p:nvSpPr>
        <p:spPr>
          <a:xfrm>
            <a:off x="7865861" y="1893191"/>
            <a:ext cx="757710" cy="39538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/>
              <a:t>Service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7B3330-EE79-D4E1-79DB-1814E3687FFC}"/>
              </a:ext>
            </a:extLst>
          </p:cNvPr>
          <p:cNvSpPr/>
          <p:nvPr/>
        </p:nvSpPr>
        <p:spPr>
          <a:xfrm>
            <a:off x="9082914" y="1893191"/>
            <a:ext cx="757710" cy="39538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 err="1"/>
              <a:t>Repository</a:t>
            </a:r>
            <a:r>
              <a:rPr lang="pt-BR" dirty="0"/>
              <a:t> ou DAO</a:t>
            </a:r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ED021488-02A0-0CC4-B766-4F20323D060E}"/>
              </a:ext>
            </a:extLst>
          </p:cNvPr>
          <p:cNvSpPr/>
          <p:nvPr/>
        </p:nvSpPr>
        <p:spPr>
          <a:xfrm>
            <a:off x="10511355" y="3193956"/>
            <a:ext cx="1236372" cy="149394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Database</a:t>
            </a:r>
            <a:endParaRPr lang="pt-BR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C7CA21-207D-3DA4-778F-65ADFCB15F7C}"/>
              </a:ext>
            </a:extLst>
          </p:cNvPr>
          <p:cNvCxnSpPr>
            <a:cxnSpLocks/>
          </p:cNvCxnSpPr>
          <p:nvPr/>
        </p:nvCxnSpPr>
        <p:spPr>
          <a:xfrm>
            <a:off x="7406518" y="3217570"/>
            <a:ext cx="45934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F46427-690E-6D39-0884-7225D756BACA}"/>
              </a:ext>
            </a:extLst>
          </p:cNvPr>
          <p:cNvCxnSpPr>
            <a:cxnSpLocks/>
          </p:cNvCxnSpPr>
          <p:nvPr/>
        </p:nvCxnSpPr>
        <p:spPr>
          <a:xfrm>
            <a:off x="8623571" y="3428998"/>
            <a:ext cx="45934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15D05C-6560-0859-F44C-A298AFB3F8D3}"/>
              </a:ext>
            </a:extLst>
          </p:cNvPr>
          <p:cNvCxnSpPr>
            <a:cxnSpLocks/>
          </p:cNvCxnSpPr>
          <p:nvPr/>
        </p:nvCxnSpPr>
        <p:spPr>
          <a:xfrm flipH="1" flipV="1">
            <a:off x="8623571" y="3903371"/>
            <a:ext cx="459343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3705B6-6302-D112-11AE-56B1CE599DC6}"/>
              </a:ext>
            </a:extLst>
          </p:cNvPr>
          <p:cNvCxnSpPr>
            <a:cxnSpLocks/>
          </p:cNvCxnSpPr>
          <p:nvPr/>
        </p:nvCxnSpPr>
        <p:spPr>
          <a:xfrm flipH="1" flipV="1">
            <a:off x="7389884" y="4219976"/>
            <a:ext cx="459343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02020F-7422-549A-266A-2C09AF002517}"/>
              </a:ext>
            </a:extLst>
          </p:cNvPr>
          <p:cNvCxnSpPr>
            <a:cxnSpLocks/>
          </p:cNvCxnSpPr>
          <p:nvPr/>
        </p:nvCxnSpPr>
        <p:spPr>
          <a:xfrm flipH="1" flipV="1">
            <a:off x="3134932" y="3741312"/>
            <a:ext cx="2000516" cy="66219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9AA937D-2D60-C65A-895B-20652B2D35BF}"/>
              </a:ext>
            </a:extLst>
          </p:cNvPr>
          <p:cNvSpPr txBox="1"/>
          <p:nvPr/>
        </p:nvSpPr>
        <p:spPr>
          <a:xfrm rot="1040955">
            <a:off x="3412816" y="3685433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Http Response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D71C21D-D5BA-909C-411B-D043ABD7DF7A}"/>
              </a:ext>
            </a:extLst>
          </p:cNvPr>
          <p:cNvSpPr/>
          <p:nvPr/>
        </p:nvSpPr>
        <p:spPr>
          <a:xfrm>
            <a:off x="5007826" y="2670082"/>
            <a:ext cx="757710" cy="19683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/>
              <a:t>DTO</a:t>
            </a:r>
          </a:p>
          <a:p>
            <a:pPr algn="ctr"/>
            <a:r>
              <a:rPr lang="pt-BR" dirty="0" err="1"/>
              <a:t>Valid</a:t>
            </a:r>
            <a:endParaRPr lang="pt-BR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52D9CC4-3BB0-1EE9-AEFD-B1D0A3763469}"/>
              </a:ext>
            </a:extLst>
          </p:cNvPr>
          <p:cNvSpPr/>
          <p:nvPr/>
        </p:nvSpPr>
        <p:spPr>
          <a:xfrm>
            <a:off x="5784845" y="5913546"/>
            <a:ext cx="4055779" cy="4346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dirty="0"/>
              <a:t>Model / </a:t>
            </a:r>
            <a:r>
              <a:rPr lang="pt-BR" dirty="0" err="1"/>
              <a:t>Validation</a:t>
            </a:r>
            <a:endParaRPr lang="pt-BR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15F756C-4D5C-8F53-AB6D-08B02022F6E3}"/>
              </a:ext>
            </a:extLst>
          </p:cNvPr>
          <p:cNvSpPr/>
          <p:nvPr/>
        </p:nvSpPr>
        <p:spPr>
          <a:xfrm>
            <a:off x="5784845" y="1893192"/>
            <a:ext cx="757710" cy="39538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/>
              <a:t>Mapping</a:t>
            </a:r>
          </a:p>
        </p:txBody>
      </p:sp>
    </p:spTree>
    <p:extLst>
      <p:ext uri="{BB962C8B-B14F-4D97-AF65-F5344CB8AC3E}">
        <p14:creationId xmlns:p14="http://schemas.microsoft.com/office/powerpoint/2010/main" val="185152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FF1F59-9387-D3E8-D4B5-9830E645584B}"/>
              </a:ext>
            </a:extLst>
          </p:cNvPr>
          <p:cNvSpPr/>
          <p:nvPr/>
        </p:nvSpPr>
        <p:spPr>
          <a:xfrm>
            <a:off x="10138990" y="1210613"/>
            <a:ext cx="1981102" cy="4885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Servidor Banco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CB2CB3-AE01-5E11-3FC1-D123B3B5D83E}"/>
              </a:ext>
            </a:extLst>
          </p:cNvPr>
          <p:cNvSpPr/>
          <p:nvPr/>
        </p:nvSpPr>
        <p:spPr>
          <a:xfrm>
            <a:off x="4687910" y="1210613"/>
            <a:ext cx="5306096" cy="4885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Servidor </a:t>
            </a:r>
            <a:r>
              <a:rPr lang="pt-BR" dirty="0" err="1"/>
              <a:t>Backend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3CF9D6-B12A-1989-19EA-37E81FF8B525}"/>
              </a:ext>
            </a:extLst>
          </p:cNvPr>
          <p:cNvSpPr/>
          <p:nvPr/>
        </p:nvSpPr>
        <p:spPr>
          <a:xfrm>
            <a:off x="1252471" y="1210613"/>
            <a:ext cx="1842844" cy="4885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Cliente</a:t>
            </a:r>
          </a:p>
          <a:p>
            <a:pPr algn="ctr"/>
            <a:r>
              <a:rPr lang="pt-BR" dirty="0" err="1"/>
              <a:t>FrontEnd</a:t>
            </a:r>
            <a:endParaRPr lang="pt-BR" dirty="0"/>
          </a:p>
        </p:txBody>
      </p:sp>
      <p:pic>
        <p:nvPicPr>
          <p:cNvPr id="7" name="Graphic 6" descr="Browser window outline">
            <a:extLst>
              <a:ext uri="{FF2B5EF4-FFF2-40B4-BE49-F238E27FC236}">
                <a16:creationId xmlns:a16="http://schemas.microsoft.com/office/drawing/2014/main" id="{BEF61556-FD26-F28B-006C-D317180913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2470" y="2337516"/>
            <a:ext cx="1882462" cy="188246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CA22B0-25F7-2045-0B27-E08FBD1A4BDC}"/>
              </a:ext>
            </a:extLst>
          </p:cNvPr>
          <p:cNvSpPr/>
          <p:nvPr/>
        </p:nvSpPr>
        <p:spPr>
          <a:xfrm>
            <a:off x="5432791" y="1693574"/>
            <a:ext cx="757710" cy="21507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 err="1"/>
              <a:t>Controller</a:t>
            </a:r>
            <a:endParaRPr lang="pt-BR" dirty="0"/>
          </a:p>
        </p:txBody>
      </p:sp>
      <p:pic>
        <p:nvPicPr>
          <p:cNvPr id="9" name="Graphic 8" descr="User outline">
            <a:extLst>
              <a:ext uri="{FF2B5EF4-FFF2-40B4-BE49-F238E27FC236}">
                <a16:creationId xmlns:a16="http://schemas.microsoft.com/office/drawing/2014/main" id="{3AE6A5B9-2F4F-C10D-CC13-D2D93D80F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33" y="2652497"/>
            <a:ext cx="1271774" cy="1271774"/>
          </a:xfrm>
          <a:prstGeom prst="rect">
            <a:avLst/>
          </a:prstGeom>
        </p:spPr>
      </p:pic>
      <p:sp>
        <p:nvSpPr>
          <p:cNvPr id="10" name="Cylinder 9">
            <a:extLst>
              <a:ext uri="{FF2B5EF4-FFF2-40B4-BE49-F238E27FC236}">
                <a16:creationId xmlns:a16="http://schemas.microsoft.com/office/drawing/2014/main" id="{324F15A1-221E-BAE9-5923-E2615BE99464}"/>
              </a:ext>
            </a:extLst>
          </p:cNvPr>
          <p:cNvSpPr/>
          <p:nvPr/>
        </p:nvSpPr>
        <p:spPr>
          <a:xfrm>
            <a:off x="10511355" y="2706175"/>
            <a:ext cx="1236372" cy="149394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Database</a:t>
            </a:r>
            <a:endParaRPr lang="pt-BR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0FF02E-84B4-002F-EC41-9E8684D7F010}"/>
              </a:ext>
            </a:extLst>
          </p:cNvPr>
          <p:cNvSpPr/>
          <p:nvPr/>
        </p:nvSpPr>
        <p:spPr>
          <a:xfrm>
            <a:off x="7606688" y="3235819"/>
            <a:ext cx="2209329" cy="4346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dirty="0"/>
              <a:t>Model / </a:t>
            </a:r>
            <a:r>
              <a:rPr lang="pt-BR" dirty="0" err="1"/>
              <a:t>Validation</a:t>
            </a:r>
            <a:endParaRPr lang="pt-BR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6E408F-FF05-472B-530A-43ACFB086AAB}"/>
              </a:ext>
            </a:extLst>
          </p:cNvPr>
          <p:cNvCxnSpPr>
            <a:cxnSpLocks/>
          </p:cNvCxnSpPr>
          <p:nvPr/>
        </p:nvCxnSpPr>
        <p:spPr>
          <a:xfrm>
            <a:off x="2989385" y="3039414"/>
            <a:ext cx="244340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6B846F-A4B5-6B86-1838-C40FCBDA4FD2}"/>
              </a:ext>
            </a:extLst>
          </p:cNvPr>
          <p:cNvSpPr txBox="1"/>
          <p:nvPr/>
        </p:nvSpPr>
        <p:spPr>
          <a:xfrm>
            <a:off x="3368842" y="2670082"/>
            <a:ext cx="150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Http </a:t>
            </a:r>
            <a:r>
              <a:rPr lang="pt-BR" dirty="0" err="1"/>
              <a:t>Request</a:t>
            </a:r>
            <a:endParaRPr lang="pt-BR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1750B7-7514-9451-C51A-1242A30D254F}"/>
              </a:ext>
            </a:extLst>
          </p:cNvPr>
          <p:cNvCxnSpPr>
            <a:cxnSpLocks/>
          </p:cNvCxnSpPr>
          <p:nvPr/>
        </p:nvCxnSpPr>
        <p:spPr>
          <a:xfrm flipH="1" flipV="1">
            <a:off x="2989385" y="3552587"/>
            <a:ext cx="2344615" cy="136928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88F315C-61D1-970C-4D0F-82374B3C625B}"/>
              </a:ext>
            </a:extLst>
          </p:cNvPr>
          <p:cNvSpPr txBox="1"/>
          <p:nvPr/>
        </p:nvSpPr>
        <p:spPr>
          <a:xfrm rot="1673307">
            <a:off x="2938637" y="4266145"/>
            <a:ext cx="2284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Http Response HTML</a:t>
            </a:r>
          </a:p>
          <a:p>
            <a:r>
              <a:rPr lang="pt-BR" dirty="0"/>
              <a:t>(200, 404, 500, ...)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4F108C-5A5D-66E0-08E8-F10B51DFA065}"/>
              </a:ext>
            </a:extLst>
          </p:cNvPr>
          <p:cNvCxnSpPr>
            <a:cxnSpLocks/>
          </p:cNvCxnSpPr>
          <p:nvPr/>
        </p:nvCxnSpPr>
        <p:spPr>
          <a:xfrm>
            <a:off x="6287743" y="2649190"/>
            <a:ext cx="1221703" cy="639194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44C217-8285-0AF3-9269-2F2BE60309B0}"/>
              </a:ext>
            </a:extLst>
          </p:cNvPr>
          <p:cNvCxnSpPr>
            <a:cxnSpLocks/>
            <a:stCxn id="10" idx="2"/>
            <a:endCxn id="11" idx="3"/>
          </p:cNvCxnSpPr>
          <p:nvPr/>
        </p:nvCxnSpPr>
        <p:spPr>
          <a:xfrm flipH="1">
            <a:off x="9816017" y="3453150"/>
            <a:ext cx="695338" cy="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C5BB474-6C35-840F-575D-136EB7BDB761}"/>
              </a:ext>
            </a:extLst>
          </p:cNvPr>
          <p:cNvSpPr/>
          <p:nvPr/>
        </p:nvSpPr>
        <p:spPr>
          <a:xfrm>
            <a:off x="5453332" y="4504501"/>
            <a:ext cx="757710" cy="14899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 err="1"/>
              <a:t>View</a:t>
            </a:r>
            <a:endParaRPr lang="pt-BR" dirty="0"/>
          </a:p>
          <a:p>
            <a:pPr algn="ctr"/>
            <a:r>
              <a:rPr lang="pt-BR" dirty="0"/>
              <a:t>HTML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0BA4D4-DA08-646E-FE38-061F7F982EFA}"/>
              </a:ext>
            </a:extLst>
          </p:cNvPr>
          <p:cNvCxnSpPr>
            <a:cxnSpLocks/>
            <a:stCxn id="8" idx="2"/>
            <a:endCxn id="27" idx="0"/>
          </p:cNvCxnSpPr>
          <p:nvPr/>
        </p:nvCxnSpPr>
        <p:spPr>
          <a:xfrm>
            <a:off x="5811646" y="3844345"/>
            <a:ext cx="20541" cy="66015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0C62D8E-75C8-EDCB-3D65-5DDE3D74927C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211042" y="3670480"/>
            <a:ext cx="2500311" cy="1629103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FBA5D73-6151-BF5D-C928-5579EB754475}"/>
              </a:ext>
            </a:extLst>
          </p:cNvPr>
          <p:cNvSpPr txBox="1"/>
          <p:nvPr/>
        </p:nvSpPr>
        <p:spPr>
          <a:xfrm rot="19604952">
            <a:off x="7228068" y="4434283"/>
            <a:ext cx="82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Injetar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AFD25D-AB82-C155-EE90-29957431F5AE}"/>
              </a:ext>
            </a:extLst>
          </p:cNvPr>
          <p:cNvSpPr txBox="1"/>
          <p:nvPr/>
        </p:nvSpPr>
        <p:spPr>
          <a:xfrm>
            <a:off x="6746427" y="324925"/>
            <a:ext cx="4102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Model </a:t>
            </a:r>
            <a:r>
              <a:rPr lang="pt-BR" sz="3200" dirty="0" err="1"/>
              <a:t>View</a:t>
            </a:r>
            <a:r>
              <a:rPr lang="pt-BR" sz="3200" dirty="0"/>
              <a:t> </a:t>
            </a:r>
            <a:r>
              <a:rPr lang="pt-BR" sz="3200" dirty="0" err="1"/>
              <a:t>Controller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488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3F97-A454-43E9-D439-F5C548B76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13DED0-8DC7-4BC3-573E-EEC3BA8D90CF}"/>
              </a:ext>
            </a:extLst>
          </p:cNvPr>
          <p:cNvSpPr/>
          <p:nvPr/>
        </p:nvSpPr>
        <p:spPr>
          <a:xfrm>
            <a:off x="10138990" y="1210613"/>
            <a:ext cx="1981102" cy="4885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Servidor Banco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2B0300-A77A-222E-2963-06FEAD0BDF87}"/>
              </a:ext>
            </a:extLst>
          </p:cNvPr>
          <p:cNvSpPr/>
          <p:nvPr/>
        </p:nvSpPr>
        <p:spPr>
          <a:xfrm>
            <a:off x="4679809" y="1210613"/>
            <a:ext cx="5306096" cy="4885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Servidor </a:t>
            </a:r>
            <a:r>
              <a:rPr lang="pt-BR" dirty="0" err="1"/>
              <a:t>Backend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A8E08-2C96-8A8F-7801-9FA3891A9D4F}"/>
              </a:ext>
            </a:extLst>
          </p:cNvPr>
          <p:cNvSpPr/>
          <p:nvPr/>
        </p:nvSpPr>
        <p:spPr>
          <a:xfrm>
            <a:off x="1243747" y="1083448"/>
            <a:ext cx="1842844" cy="4885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Cliente</a:t>
            </a:r>
          </a:p>
          <a:p>
            <a:pPr algn="ctr"/>
            <a:r>
              <a:rPr lang="pt-BR" dirty="0" err="1"/>
              <a:t>FrontEnd</a:t>
            </a:r>
            <a:endParaRPr lang="pt-BR" dirty="0"/>
          </a:p>
        </p:txBody>
      </p:sp>
      <p:pic>
        <p:nvPicPr>
          <p:cNvPr id="7" name="Graphic 6" descr="Browser window outline">
            <a:extLst>
              <a:ext uri="{FF2B5EF4-FFF2-40B4-BE49-F238E27FC236}">
                <a16:creationId xmlns:a16="http://schemas.microsoft.com/office/drawing/2014/main" id="{986BA748-8FB1-211A-76F6-7BDD8FC72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2470" y="2337516"/>
            <a:ext cx="1882462" cy="188246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B922AB-CDDB-8005-CB52-E737BF2F25F0}"/>
              </a:ext>
            </a:extLst>
          </p:cNvPr>
          <p:cNvSpPr/>
          <p:nvPr/>
        </p:nvSpPr>
        <p:spPr>
          <a:xfrm>
            <a:off x="6389132" y="1915078"/>
            <a:ext cx="996136" cy="36287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 err="1"/>
              <a:t>Controller</a:t>
            </a:r>
            <a:endParaRPr lang="pt-BR" dirty="0"/>
          </a:p>
        </p:txBody>
      </p:sp>
      <p:pic>
        <p:nvPicPr>
          <p:cNvPr id="9" name="Graphic 8" descr="User outline">
            <a:extLst>
              <a:ext uri="{FF2B5EF4-FFF2-40B4-BE49-F238E27FC236}">
                <a16:creationId xmlns:a16="http://schemas.microsoft.com/office/drawing/2014/main" id="{34AC37B3-145C-A7A3-A54C-B3653F5CC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33" y="2652497"/>
            <a:ext cx="1271774" cy="1271774"/>
          </a:xfrm>
          <a:prstGeom prst="rect">
            <a:avLst/>
          </a:prstGeom>
        </p:spPr>
      </p:pic>
      <p:sp>
        <p:nvSpPr>
          <p:cNvPr id="10" name="Cylinder 9">
            <a:extLst>
              <a:ext uri="{FF2B5EF4-FFF2-40B4-BE49-F238E27FC236}">
                <a16:creationId xmlns:a16="http://schemas.microsoft.com/office/drawing/2014/main" id="{7E1EADED-1E90-61E2-2A2D-7ED10A762A3C}"/>
              </a:ext>
            </a:extLst>
          </p:cNvPr>
          <p:cNvSpPr/>
          <p:nvPr/>
        </p:nvSpPr>
        <p:spPr>
          <a:xfrm>
            <a:off x="10608485" y="2991483"/>
            <a:ext cx="1236372" cy="149394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Database</a:t>
            </a:r>
            <a:endParaRPr lang="pt-BR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1F9431-036D-96D7-E74B-3FB9B0125090}"/>
              </a:ext>
            </a:extLst>
          </p:cNvPr>
          <p:cNvSpPr/>
          <p:nvPr/>
        </p:nvSpPr>
        <p:spPr>
          <a:xfrm>
            <a:off x="5864004" y="5574072"/>
            <a:ext cx="3952853" cy="4346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dirty="0"/>
              <a:t>Model / </a:t>
            </a:r>
            <a:r>
              <a:rPr lang="pt-BR" dirty="0" err="1"/>
              <a:t>Validation</a:t>
            </a:r>
            <a:endParaRPr lang="pt-BR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3DC9EB-0A46-6324-40E0-B32E4D081744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2942762" y="2670082"/>
            <a:ext cx="1975840" cy="54738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E2FF432-AD15-0F26-A96C-207D70E3867E}"/>
              </a:ext>
            </a:extLst>
          </p:cNvPr>
          <p:cNvSpPr txBox="1"/>
          <p:nvPr/>
        </p:nvSpPr>
        <p:spPr>
          <a:xfrm rot="20603399">
            <a:off x="3149770" y="2586011"/>
            <a:ext cx="150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Http </a:t>
            </a:r>
            <a:r>
              <a:rPr lang="pt-BR" dirty="0" err="1"/>
              <a:t>Request</a:t>
            </a:r>
            <a:endParaRPr lang="pt-BR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919E3D-1D3C-D74E-83DF-952BFEFA7189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2989385" y="3552587"/>
            <a:ext cx="1935079" cy="64753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6E6C8BD-102A-6F3B-4933-B2E5863E29E4}"/>
              </a:ext>
            </a:extLst>
          </p:cNvPr>
          <p:cNvSpPr txBox="1"/>
          <p:nvPr/>
        </p:nvSpPr>
        <p:spPr>
          <a:xfrm rot="1237328">
            <a:off x="2924461" y="3904059"/>
            <a:ext cx="18607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Http Response   JSON</a:t>
            </a:r>
          </a:p>
          <a:p>
            <a:r>
              <a:rPr lang="pt-BR" dirty="0"/>
              <a:t>(200, 404, 500, ...)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057639-310E-20E7-EEAF-EF856C0A16BE}"/>
              </a:ext>
            </a:extLst>
          </p:cNvPr>
          <p:cNvCxnSpPr>
            <a:cxnSpLocks/>
            <a:stCxn id="94" idx="3"/>
            <a:endCxn id="15" idx="1"/>
          </p:cNvCxnSpPr>
          <p:nvPr/>
        </p:nvCxnSpPr>
        <p:spPr>
          <a:xfrm>
            <a:off x="8355905" y="3738458"/>
            <a:ext cx="622580" cy="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EB6AFB-3484-FB5C-F8E0-3385137B26B8}"/>
              </a:ext>
            </a:extLst>
          </p:cNvPr>
          <p:cNvCxnSpPr>
            <a:cxnSpLocks/>
            <a:stCxn id="10" idx="2"/>
            <a:endCxn id="15" idx="3"/>
          </p:cNvCxnSpPr>
          <p:nvPr/>
        </p:nvCxnSpPr>
        <p:spPr>
          <a:xfrm flipH="1">
            <a:off x="9890691" y="3738458"/>
            <a:ext cx="717794" cy="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8700D0-2261-BB9C-55FC-7B7BF5EF68A0}"/>
              </a:ext>
            </a:extLst>
          </p:cNvPr>
          <p:cNvSpPr/>
          <p:nvPr/>
        </p:nvSpPr>
        <p:spPr>
          <a:xfrm>
            <a:off x="4924464" y="3445120"/>
            <a:ext cx="953742" cy="1510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/>
              <a:t>DTO </a:t>
            </a:r>
            <a:r>
              <a:rPr lang="pt-BR" dirty="0" err="1"/>
              <a:t>View</a:t>
            </a:r>
            <a:endParaRPr lang="pt-BR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8E335F-0B94-D553-0372-FCC7BA574213}"/>
              </a:ext>
            </a:extLst>
          </p:cNvPr>
          <p:cNvCxnSpPr>
            <a:cxnSpLocks/>
            <a:endCxn id="27" idx="0"/>
          </p:cNvCxnSpPr>
          <p:nvPr/>
        </p:nvCxnSpPr>
        <p:spPr>
          <a:xfrm flipV="1">
            <a:off x="5393671" y="3445120"/>
            <a:ext cx="7664" cy="4188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EFE85B8-2BE5-415C-EF2F-A4067BC551C6}"/>
              </a:ext>
            </a:extLst>
          </p:cNvPr>
          <p:cNvSpPr txBox="1"/>
          <p:nvPr/>
        </p:nvSpPr>
        <p:spPr>
          <a:xfrm>
            <a:off x="6746427" y="324925"/>
            <a:ext cx="4302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Single Page </a:t>
            </a:r>
            <a:r>
              <a:rPr lang="pt-BR" sz="3200" dirty="0" err="1"/>
              <a:t>Application</a:t>
            </a:r>
            <a:endParaRPr lang="pt-BR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9F1956-AF59-AD31-A051-EADA35CBC6D3}"/>
              </a:ext>
            </a:extLst>
          </p:cNvPr>
          <p:cNvSpPr txBox="1"/>
          <p:nvPr/>
        </p:nvSpPr>
        <p:spPr>
          <a:xfrm>
            <a:off x="1733893" y="3105834"/>
            <a:ext cx="883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Gera o </a:t>
            </a:r>
          </a:p>
          <a:p>
            <a:r>
              <a:rPr lang="pt-BR" dirty="0"/>
              <a:t>HTML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8780D30-625A-3300-288C-1D101F3E8D88}"/>
              </a:ext>
            </a:extLst>
          </p:cNvPr>
          <p:cNvSpPr/>
          <p:nvPr/>
        </p:nvSpPr>
        <p:spPr>
          <a:xfrm>
            <a:off x="8978485" y="1946838"/>
            <a:ext cx="912206" cy="3583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 err="1"/>
              <a:t>Repository</a:t>
            </a:r>
            <a:endParaRPr lang="pt-BR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9C9BE4A-91EC-5191-8A09-1BFA951F5C99}"/>
              </a:ext>
            </a:extLst>
          </p:cNvPr>
          <p:cNvSpPr/>
          <p:nvPr/>
        </p:nvSpPr>
        <p:spPr>
          <a:xfrm>
            <a:off x="4918602" y="1915078"/>
            <a:ext cx="953742" cy="1510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/>
              <a:t>DTO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55BD068-0F6B-7CBE-AB2A-40F75A5D8E95}"/>
              </a:ext>
            </a:extLst>
          </p:cNvPr>
          <p:cNvSpPr/>
          <p:nvPr/>
        </p:nvSpPr>
        <p:spPr>
          <a:xfrm>
            <a:off x="5864004" y="1915078"/>
            <a:ext cx="525127" cy="3615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/>
              <a:t>Mapping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ED4D3D6C-7AB9-1505-6F6B-C8BE421FACD5}"/>
              </a:ext>
            </a:extLst>
          </p:cNvPr>
          <p:cNvSpPr/>
          <p:nvPr/>
        </p:nvSpPr>
        <p:spPr>
          <a:xfrm>
            <a:off x="7830778" y="1946838"/>
            <a:ext cx="525127" cy="3583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/>
              <a:t>Service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74405C6-60A7-2432-D089-39F119EF0DE0}"/>
              </a:ext>
            </a:extLst>
          </p:cNvPr>
          <p:cNvCxnSpPr>
            <a:cxnSpLocks/>
            <a:stCxn id="8" idx="3"/>
            <a:endCxn id="94" idx="1"/>
          </p:cNvCxnSpPr>
          <p:nvPr/>
        </p:nvCxnSpPr>
        <p:spPr>
          <a:xfrm>
            <a:off x="7385268" y="3729432"/>
            <a:ext cx="445510" cy="9026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415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89</Words>
  <Application>Microsoft Office PowerPoint</Application>
  <PresentationFormat>Widescreen</PresentationFormat>
  <Paragraphs>46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Carvalho</dc:creator>
  <cp:lastModifiedBy>Antonio Carvalho</cp:lastModifiedBy>
  <cp:revision>4</cp:revision>
  <dcterms:created xsi:type="dcterms:W3CDTF">2026-04-17T18:57:00Z</dcterms:created>
  <dcterms:modified xsi:type="dcterms:W3CDTF">2026-04-22T11:58:20Z</dcterms:modified>
</cp:coreProperties>
</file>