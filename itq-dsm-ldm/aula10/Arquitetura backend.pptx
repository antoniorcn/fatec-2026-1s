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3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3028-F9C9-4CF9-AAC6-533666E92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C5274-5791-3EDC-38B4-0FDEBA235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F707-66C7-1A25-9CEF-58B2D896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17B5-F64C-4A9B-74BC-82BC9AB9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A86E-B6DD-5E8E-49FC-030CE35B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6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F493-3812-4922-628B-A32ECB97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94CFC-402D-6B74-7DED-E7E46FE2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2C7A-7729-5026-2F12-31D02176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9902-FA7B-CE59-2C80-C07B486B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8F01-BACC-68FE-9428-76AACF39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93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8315-DDE9-55E3-DF95-57931B3F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BD02B-9A9A-F7DD-6896-71E6ED81C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DADD-0BC3-FCDB-BC79-739BD0B7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43C62-F7A7-C937-C43A-CBD5BD5C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97154-8512-5FAF-200E-34300ED8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87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68A5-A701-1837-8CAA-0E388221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A6594-D188-652E-3341-C595F897C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0DF0B-094B-1DDF-CFA5-13991179C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1AD5C-5383-F9FB-4956-95B57490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112E1-4B68-8FDA-7C40-B5B905BD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91440-AE63-91F7-692C-19A59EB0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76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53FD-EA0E-8BC0-BC3F-920083D6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58573-85A8-0C31-E7A9-30A3080D6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C82E2-FB21-D9E3-E827-318F653F4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7086D-2248-E96A-D8CC-6AA43E785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7B8BC-0197-590E-7BB8-EC642AF21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229317-F415-A7C7-9811-42D11554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E7BE8-E217-604E-1CCF-50C5DB76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8A8C28-5A6B-7B90-9306-ADD9A1FF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38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1C72-9C8F-1B83-96E2-74F123F4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6546F-02BA-B6F2-32BF-C0DC0E66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A88D7-D8F2-FDF4-8463-577D28E9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F7F96-D7A0-2C5A-1BE8-2FED26E6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748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3E92B-85AA-A1C4-A174-01CB7BB1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E728B4-6817-1B0B-4996-8DDF6B3D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3407D-2DB1-EC87-0480-3A521256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9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A14A-CE4E-D6D6-85FA-7EBDB0557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85C4D-D746-56E5-537D-A2502CC76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A096-31B5-097C-8315-FF950BD37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AB363-72C3-6F9F-7930-26D8408A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F4C74-C185-3A4C-D3FD-76143E62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89BD-8F85-ED44-63E4-1D3102B9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46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40E6-BADB-26D0-8F56-81D72CE4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0CBB2-9242-C93B-3DBE-A80F1E278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0F82C-097F-8D47-3D74-933C550DD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8EE0B-EB1E-D61D-E900-ABB451BB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A6067-2509-7208-5FC6-75B6F634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A89BB-9565-33C8-9019-0D7AFF6B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47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FC14-525B-1070-A9F0-F581FBABB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9CD2F-8391-598A-E2F0-9F9C8611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F45D-927A-9925-A4EC-6306BEA1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EE933-0B52-6E10-6873-B19F6FC4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FD679-5D98-EBF1-9E46-9F7054F1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02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38A08-B646-B776-75C7-412786B56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D675-B033-E949-B322-77C66A944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98261-4A6B-CD81-0F8F-A28204A3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8CF8E-5869-4C73-5E34-D4DFA392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AE0-2C02-DA97-D00B-6F7365C6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67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8B3EB-A3D6-EF7F-62CA-FC13495A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D09F-CDEA-3321-A0C4-755015631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9CE70-59DB-4C07-6A8D-93ADAA0C3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6CB53-0A15-4986-AB1E-8EB4C5D5E156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5C9EA-4E9B-20C7-CFF5-E99A4FB9E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D699-3B86-A9DD-AD6B-9F8DFDA26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D0282-D5FE-4BD5-BF36-32CAA04F6A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0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32826E1-DC94-8050-5D07-8A07DC279346}"/>
              </a:ext>
            </a:extLst>
          </p:cNvPr>
          <p:cNvSpPr/>
          <p:nvPr/>
        </p:nvSpPr>
        <p:spPr>
          <a:xfrm>
            <a:off x="10138990" y="1210613"/>
            <a:ext cx="1981102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Banco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B9F35-779E-F493-DA9E-0C58EF9C41D3}"/>
              </a:ext>
            </a:extLst>
          </p:cNvPr>
          <p:cNvSpPr/>
          <p:nvPr/>
        </p:nvSpPr>
        <p:spPr>
          <a:xfrm>
            <a:off x="4687910" y="1210613"/>
            <a:ext cx="5306096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Servidor </a:t>
            </a:r>
            <a:r>
              <a:rPr lang="pt-BR" dirty="0" err="1"/>
              <a:t>Backend</a:t>
            </a:r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367E1-4BC9-0826-FE78-AC45647F6797}"/>
              </a:ext>
            </a:extLst>
          </p:cNvPr>
          <p:cNvSpPr/>
          <p:nvPr/>
        </p:nvSpPr>
        <p:spPr>
          <a:xfrm>
            <a:off x="141669" y="1210613"/>
            <a:ext cx="2953646" cy="546063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pt-BR" dirty="0"/>
              <a:t>Cliente</a:t>
            </a:r>
          </a:p>
          <a:p>
            <a:pPr algn="ctr"/>
            <a:r>
              <a:rPr lang="pt-BR" dirty="0" err="1"/>
              <a:t>FrontEnd</a:t>
            </a:r>
            <a:endParaRPr lang="pt-BR" dirty="0"/>
          </a:p>
        </p:txBody>
      </p:sp>
      <p:pic>
        <p:nvPicPr>
          <p:cNvPr id="8" name="Graphic 7" descr="Browser window outline">
            <a:extLst>
              <a:ext uri="{FF2B5EF4-FFF2-40B4-BE49-F238E27FC236}">
                <a16:creationId xmlns:a16="http://schemas.microsoft.com/office/drawing/2014/main" id="{7E2C7997-FAA8-8D8A-E021-9114DF5F20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470" y="2337516"/>
            <a:ext cx="1882462" cy="188246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387E84-3DB3-22DB-EFE6-192F1D614C6E}"/>
              </a:ext>
            </a:extLst>
          </p:cNvPr>
          <p:cNvSpPr/>
          <p:nvPr/>
        </p:nvSpPr>
        <p:spPr>
          <a:xfrm>
            <a:off x="6648808" y="1893192"/>
            <a:ext cx="757710" cy="3953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Controller</a:t>
            </a:r>
            <a:endParaRPr lang="pt-BR" dirty="0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2CB44449-77E3-3F8C-78F9-BA02E2CED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03" y="2878429"/>
            <a:ext cx="1732208" cy="173220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BE1F4E-F469-B3FF-FCDA-105436839350}"/>
              </a:ext>
            </a:extLst>
          </p:cNvPr>
          <p:cNvCxnSpPr>
            <a:cxnSpLocks/>
          </p:cNvCxnSpPr>
          <p:nvPr/>
        </p:nvCxnSpPr>
        <p:spPr>
          <a:xfrm>
            <a:off x="3134932" y="3039414"/>
            <a:ext cx="190070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85E70B-E1D5-144C-ABD3-EBBB4DD2A527}"/>
              </a:ext>
            </a:extLst>
          </p:cNvPr>
          <p:cNvSpPr txBox="1"/>
          <p:nvPr/>
        </p:nvSpPr>
        <p:spPr>
          <a:xfrm>
            <a:off x="3368842" y="2670082"/>
            <a:ext cx="150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</a:t>
            </a:r>
            <a:r>
              <a:rPr lang="pt-BR" dirty="0" err="1"/>
              <a:t>Request</a:t>
            </a:r>
            <a:endParaRPr lang="pt-BR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C7B31B-4053-9332-0530-DDD194DD0719}"/>
              </a:ext>
            </a:extLst>
          </p:cNvPr>
          <p:cNvSpPr/>
          <p:nvPr/>
        </p:nvSpPr>
        <p:spPr>
          <a:xfrm>
            <a:off x="7865861" y="1893191"/>
            <a:ext cx="757710" cy="39538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Service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7B3330-EE79-D4E1-79DB-1814E3687FFC}"/>
              </a:ext>
            </a:extLst>
          </p:cNvPr>
          <p:cNvSpPr/>
          <p:nvPr/>
        </p:nvSpPr>
        <p:spPr>
          <a:xfrm>
            <a:off x="9082914" y="1893191"/>
            <a:ext cx="757710" cy="39538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 err="1"/>
              <a:t>Repository</a:t>
            </a:r>
            <a:r>
              <a:rPr lang="pt-BR" dirty="0"/>
              <a:t> ou DAO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ED021488-02A0-0CC4-B766-4F20323D060E}"/>
              </a:ext>
            </a:extLst>
          </p:cNvPr>
          <p:cNvSpPr/>
          <p:nvPr/>
        </p:nvSpPr>
        <p:spPr>
          <a:xfrm>
            <a:off x="10511355" y="3193956"/>
            <a:ext cx="1236372" cy="149394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Database</a:t>
            </a:r>
            <a:endParaRPr lang="pt-B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C7CA21-207D-3DA4-778F-65ADFCB15F7C}"/>
              </a:ext>
            </a:extLst>
          </p:cNvPr>
          <p:cNvCxnSpPr>
            <a:cxnSpLocks/>
          </p:cNvCxnSpPr>
          <p:nvPr/>
        </p:nvCxnSpPr>
        <p:spPr>
          <a:xfrm>
            <a:off x="7406518" y="3217570"/>
            <a:ext cx="4593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F46427-690E-6D39-0884-7225D756BACA}"/>
              </a:ext>
            </a:extLst>
          </p:cNvPr>
          <p:cNvCxnSpPr>
            <a:cxnSpLocks/>
          </p:cNvCxnSpPr>
          <p:nvPr/>
        </p:nvCxnSpPr>
        <p:spPr>
          <a:xfrm>
            <a:off x="8623571" y="3428998"/>
            <a:ext cx="4593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15D05C-6560-0859-F44C-A298AFB3F8D3}"/>
              </a:ext>
            </a:extLst>
          </p:cNvPr>
          <p:cNvCxnSpPr>
            <a:cxnSpLocks/>
          </p:cNvCxnSpPr>
          <p:nvPr/>
        </p:nvCxnSpPr>
        <p:spPr>
          <a:xfrm flipH="1" flipV="1">
            <a:off x="8623571" y="3903371"/>
            <a:ext cx="45934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3705B6-6302-D112-11AE-56B1CE599DC6}"/>
              </a:ext>
            </a:extLst>
          </p:cNvPr>
          <p:cNvCxnSpPr>
            <a:cxnSpLocks/>
          </p:cNvCxnSpPr>
          <p:nvPr/>
        </p:nvCxnSpPr>
        <p:spPr>
          <a:xfrm flipH="1" flipV="1">
            <a:off x="7389884" y="4219976"/>
            <a:ext cx="45934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02020F-7422-549A-266A-2C09AF002517}"/>
              </a:ext>
            </a:extLst>
          </p:cNvPr>
          <p:cNvCxnSpPr>
            <a:cxnSpLocks/>
          </p:cNvCxnSpPr>
          <p:nvPr/>
        </p:nvCxnSpPr>
        <p:spPr>
          <a:xfrm flipH="1" flipV="1">
            <a:off x="3134932" y="3741312"/>
            <a:ext cx="2000516" cy="66219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9AA937D-2D60-C65A-895B-20652B2D35BF}"/>
              </a:ext>
            </a:extLst>
          </p:cNvPr>
          <p:cNvSpPr txBox="1"/>
          <p:nvPr/>
        </p:nvSpPr>
        <p:spPr>
          <a:xfrm rot="1040955">
            <a:off x="3412816" y="3685433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 Response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D71C21D-D5BA-909C-411B-D043ABD7DF7A}"/>
              </a:ext>
            </a:extLst>
          </p:cNvPr>
          <p:cNvSpPr/>
          <p:nvPr/>
        </p:nvSpPr>
        <p:spPr>
          <a:xfrm>
            <a:off x="5007826" y="2670082"/>
            <a:ext cx="757710" cy="19683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DTO</a:t>
            </a:r>
          </a:p>
          <a:p>
            <a:pPr algn="ctr"/>
            <a:r>
              <a:rPr lang="pt-BR" dirty="0" err="1"/>
              <a:t>Valid</a:t>
            </a:r>
            <a:endParaRPr lang="pt-BR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2D9CC4-3BB0-1EE9-AEFD-B1D0A3763469}"/>
              </a:ext>
            </a:extLst>
          </p:cNvPr>
          <p:cNvSpPr/>
          <p:nvPr/>
        </p:nvSpPr>
        <p:spPr>
          <a:xfrm>
            <a:off x="5784845" y="5913546"/>
            <a:ext cx="4055779" cy="4346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dirty="0"/>
              <a:t>Model / </a:t>
            </a:r>
            <a:r>
              <a:rPr lang="pt-BR" dirty="0" err="1"/>
              <a:t>Validation</a:t>
            </a:r>
            <a:endParaRPr lang="pt-BR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15F756C-4D5C-8F53-AB6D-08B02022F6E3}"/>
              </a:ext>
            </a:extLst>
          </p:cNvPr>
          <p:cNvSpPr/>
          <p:nvPr/>
        </p:nvSpPr>
        <p:spPr>
          <a:xfrm>
            <a:off x="5784845" y="1893192"/>
            <a:ext cx="757710" cy="39538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pt-BR" dirty="0"/>
              <a:t>Mapping</a:t>
            </a:r>
          </a:p>
        </p:txBody>
      </p:sp>
    </p:spTree>
    <p:extLst>
      <p:ext uri="{BB962C8B-B14F-4D97-AF65-F5344CB8AC3E}">
        <p14:creationId xmlns:p14="http://schemas.microsoft.com/office/powerpoint/2010/main" val="185152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Carvalho</dc:creator>
  <cp:lastModifiedBy>Antonio Carvalho</cp:lastModifiedBy>
  <cp:revision>1</cp:revision>
  <dcterms:created xsi:type="dcterms:W3CDTF">2026-04-17T18:57:00Z</dcterms:created>
  <dcterms:modified xsi:type="dcterms:W3CDTF">2026-04-17T20:48:48Z</dcterms:modified>
</cp:coreProperties>
</file>